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19400" y="1193800"/>
            <a:ext cx="350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Validación con el stakeholder: </a:t>
            </a:r>
            <a:r>
              <a:rPr b="1"/>
              <a:t>pendiente</a:t>
            </a:r>
            <a:r>
              <a:rPr/>
              <a:t> (sesión 2026-10-16).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Qué 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Umbral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&gt; 2σ más frecuentes que una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&gt; caro a 3 años en Δlog(P/E normalizado)?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+0,03 anualizado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+0,05 anualizado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¿Algún 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+0,01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0,30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354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Plantilla: umbral → H0/H1 → prueba y supuestos → IC95 por bootstrap → decisión estadística y de negocio.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validación con el stakeholder,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2026-10-17T04:13:06Z</dcterms:created>
  <dcterms:modified xsi:type="dcterms:W3CDTF">2026-10-17T04:13:06Z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subtitle">
    <vt:lpwstr>Entrega 1 · MINE-4101 Ciencia de Datos Aplicada · Universidad de los Andes</vt:lpwstr>
  </property>
  <property fmtid="{D5CDD505-2E9C-101B-9397-08002B2CF9AE}" pid="6" name="theme">
    <vt:lpwstr>default</vt:lpwstr>
  </property>
</Properties>
</file>